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033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2743200" cy="2743200"/>
          </a:xfrm>
          <a:prstGeom prst="ellipse">
            <a:avLst/>
          </a:prstGeom>
          <a:solidFill>
            <a:srgbClr val="00336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2743200"/>
            <a:ext cx="1828800" cy="1828800"/>
          </a:xfrm>
          <a:prstGeom prst="ellipse">
            <a:avLst/>
          </a:prstGeom>
          <a:solidFill>
            <a:srgbClr val="2980B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74320"/>
            <a:ext cx="1139483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Calibri" panose="020F0502020204030204"/>
              </a:defRPr>
            </a:pPr>
            <a:r>
              <a:t>CRAFTELLE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 panose="020F0502020204030204"/>
              </a:defRPr>
            </a:pPr>
            <a:r>
              <a:t>Premium Gifting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Calibri" panose="020F0502020204030204"/>
              </a:defRPr>
            </a:pPr>
            <a:r>
              <a:t>Thoughtful Gifts, Beautifully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572000"/>
            <a:ext cx="57607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  <a:latin typeface="Calibri" panose="020F0502020204030204"/>
              </a:defRPr>
            </a:pPr>
            <a:r>
              <a:t>A Startup Gifting Brand by Niini Sasah Amankwaa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66CC"/>
                </a:solidFill>
                <a:latin typeface="Calibri" panose="020F0502020204030204"/>
              </a:defRPr>
            </a:pPr>
            <a:r>
              <a:t>Full-Stack E-Commerce Mobile Platform  |  Flutter  |  NestJS  | 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About Craftelle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5303520"/>
            <a:ext cx="2286000" cy="22860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1371600" cy="13716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  <a:latin typeface="Calibri" panose="020F0502020204030204"/>
              </a:defRPr>
            </a:pPr>
            <a:r>
              <a:t>Craftelle is a startup premium gifting brand founded by Niini Sasah Amankwaa. The platform connects sellers of handcrafted, curated gift products with customers looking for thoughtful, beautifully packaged gifts. Built as a full-stack mobile e-commerce application, Craftelle brings the gifting experience to your fingertips.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Multi-role system: Customer, Seller, Admin, and Analyst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Mobile app (Flutter) for customers and sellers on-the-go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Real-time order tracking, notifications, and chat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Secure payment integration via Paystack (Mobile Money &amp; Card)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Custom quote system for personalized gift requests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Google Maps integration for delivery location selection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•  Push notifications for order updates and promotions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Customer Features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475488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86400" cy="475488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  <a:latin typeface="Calibri" panose="020F0502020204030204"/>
              </a:defRPr>
            </a:pPr>
            <a:r>
              <a:t>Shopping &amp;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Browse &amp; search curated gift collections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View product details with dynamic size pricing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Add to basket with size selection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Request custom quotes with extras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Secure checkout via Paystack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Real-time push notifications on order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  <a:latin typeface="Calibri" panose="020F0502020204030204"/>
              </a:defRPr>
            </a:pPr>
            <a:r>
              <a:t>Account &amp;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Order history and reorder capability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In-app chat with sellers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Rate &amp; review products and sellers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Save delivery address with Google Maps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PIN-based quick login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Account security with OTP verification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0" y="5303520"/>
            <a:ext cx="2286000" cy="22860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0" y="5669280"/>
            <a:ext cx="1371600" cy="13716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Seller &amp; Admin Features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475488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86400" cy="475488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Seller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Upload products with images &amp; dynamic size categories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Edit and delete own products (masterpiece management)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View and manage incoming orders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Create and send custom quotes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Track payments and order history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Real-time chat with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48640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Admin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User management (view, deactivate, reactivate)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View all orders across the platform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Monitor platform analytics and ratings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Send notifications to users by role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Support ticket management</a:t>
            </a:r>
          </a:p>
          <a:p>
            <a:pPr>
              <a:spcAft>
                <a:spcPts val="1000"/>
              </a:spcAft>
              <a:defRPr sz="1500">
                <a:solidFill>
                  <a:srgbClr val="3C3C3C"/>
                </a:solidFill>
                <a:latin typeface="Calibri" panose="020F0502020204030204"/>
              </a:defRPr>
            </a:pPr>
            <a:r>
              <a:t>•  Delivery location and peak time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Technology Stack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3749039" cy="484632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49039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Mobile 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749039" cy="484632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749039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749039" cy="484632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749039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Flutter (Dart) - Cross-platform Mobile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Material Design UI Components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Provider State Management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Google Maps SDK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Firebase Cloud Messaging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Paystack Flutter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860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NestJS (Node.js / TypeScript)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MongoDB + Mongoose ODM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JWT Authentication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RESTful API Architecture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Nodemailer (Email service)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Paystack Payment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Fly.io (Cloud hosting)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MongoDB Atlas (Database)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Firebase (Push notifications)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Cloudinary (Image storage)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GitHub Actions (CI/CD)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Docker containerization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Programming Languages &amp; Frameworks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5303520"/>
            <a:ext cx="2286000" cy="22860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1371600" cy="13716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56032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 panose="020F0502020204030204"/>
              </a:defRPr>
            </a:pPr>
            <a:r>
              <a:t>Primary language for Flutter mobile app 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256032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 panose="020F0502020204030204"/>
              </a:defRPr>
            </a:pPr>
            <a:r>
              <a:t>Backend development with NestJS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256032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 panose="020F0502020204030204"/>
              </a:defRPr>
            </a:pPr>
            <a:r>
              <a:t>Utility scripts and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256032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HTML /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114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 panose="020F0502020204030204"/>
              </a:defRPr>
            </a:pPr>
            <a:r>
              <a:t>Email templates and web styling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256032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93775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 panose="020F0502020204030204"/>
              </a:defRPr>
            </a:pPr>
            <a:r>
              <a:t>Utility scripts and data processing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256032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760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 panose="020F0502020204030204"/>
              </a:defRPr>
            </a:pPr>
            <a:r>
              <a:t>CI/CD pipeline configuration (GitHub Actions, Fly.io)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Order &amp; Quote Flow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30000" cy="22860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 panose="020F0502020204030204"/>
              </a:defRPr>
            </a:pPr>
            <a:r>
              <a:t>Standard Order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Customer browses products and selects sizes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Items added to basket with calculated pricing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Checkout with delivery address (Google Maps)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Payment via Paystack (exact amount enforced)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Order confirmation + email receipt + push notification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Seller receives order notification and fulfills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31920"/>
            <a:ext cx="11430000" cy="2286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 panose="020F0502020204030204"/>
              </a:defRPr>
            </a:pPr>
            <a:r>
              <a:t>Custom Quote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Customer requests a custom quote describing their gift needs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Seller reviews request and creates a detailed quote with extras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Customer reviews quote (basket total + quoted extras = grand total)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Payment processed for the exact grand total amount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Seller fulfills the custom order with specified extras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Importance &amp; Impact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 panose="020F0502020204030204"/>
              </a:defRPr>
            </a:pPr>
            <a:r>
              <a:t>Empowering Small Businesses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 panose="020F0502020204030204"/>
              </a:defRPr>
            </a:pPr>
            <a:r>
              <a:t>Provides local artisans and gift sellers with a professional digital storefront to reach wider audiences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0008"/>
            <a:ext cx="73152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 panose="020F0502020204030204"/>
              </a:defRPr>
            </a:pPr>
            <a:r>
              <a:t>Seamless Gifting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 panose="020F0502020204030204"/>
              </a:defRPr>
            </a:pPr>
            <a:r>
              <a:t>Simplifies the process of finding, customizing, and sending premium gifts with just a few taps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91256"/>
            <a:ext cx="73152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 panose="020F0502020204030204"/>
              </a:defRPr>
            </a:pPr>
            <a:r>
              <a:t>Secure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 panose="020F0502020204030204"/>
              </a:defRPr>
            </a:pPr>
            <a:r>
              <a:t>Paystack integration ensures safe mobile money and card payments with exact amount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32504"/>
            <a:ext cx="73152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86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 panose="020F0502020204030204"/>
              </a:defRPr>
            </a:pPr>
            <a:r>
              <a:t>Real-Time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342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 panose="020F0502020204030204"/>
              </a:defRPr>
            </a:pPr>
            <a:r>
              <a:t>In-app chat and push notifications keep customers and sellers connected throughout the order lifecycle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73752"/>
            <a:ext cx="73152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28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 panose="020F0502020204030204"/>
              </a:defRPr>
            </a:pPr>
            <a:r>
              <a:t>Data-Driven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 panose="020F0502020204030204"/>
              </a:defRPr>
            </a:pPr>
            <a:r>
              <a:t>Analytics dashboard provides insights on delivery locations, peak times, top products, and repeat customers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15000"/>
            <a:ext cx="73152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 panose="020F0502020204030204"/>
              </a:defRPr>
            </a:pPr>
            <a:r>
              <a:t>Accessibility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16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 panose="020F0502020204030204"/>
              </a:defRPr>
            </a:pPr>
            <a:r>
              <a:t>Mobile-first approach makes the platform accessible to users across Ghana and beyond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5303520"/>
            <a:ext cx="2286000" cy="22860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0" y="5669280"/>
            <a:ext cx="1371600" cy="13716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Security &amp; Reliability</a:t>
            </a:r>
          </a:p>
        </p:txBody>
      </p:sp>
      <p:pic>
        <p:nvPicPr>
          <p:cNvPr id="5" name="Picture 4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64698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234440"/>
            <a:ext cx="73152" cy="56235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475488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86400" cy="475488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3366"/>
                </a:solidFill>
                <a:latin typeface="Calibri" panose="020F0502020204030204"/>
              </a:defRPr>
            </a:pPr>
            <a:r>
              <a:t>Authentication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JWT-based authentication with secure token management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OTP email verification for account security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PIN-based quick login with bcrypt hashing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Account lockout after failed login attempts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Seller ownership validation for edits and deletes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3366"/>
                </a:solidFill>
                <a:latin typeface="Calibri" panose="020F0502020204030204"/>
              </a:defRPr>
            </a:pPr>
            <a:r>
              <a:t>Infrastructure &amp;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Exact payment amount verification (frontend + backend)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Account deactivation/reactivation by admin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HTTPS encryption for all API communications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Environment-based config (no hardcoded secrets)</a:t>
            </a:r>
          </a:p>
          <a:p>
            <a:pPr>
              <a:spcAft>
                <a:spcPts val="1000"/>
              </a:spcAft>
              <a:defRPr sz="1400">
                <a:solidFill>
                  <a:srgbClr val="3C3C3C"/>
                </a:solidFill>
                <a:latin typeface="Calibri" panose="020F0502020204030204"/>
              </a:defRPr>
            </a:pPr>
            <a:r>
              <a:t>•  Automated CI/CD deployment via GitHub 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0" y="5303520"/>
            <a:ext cx="2286000" cy="22860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0" y="5669280"/>
            <a:ext cx="1371600" cy="13716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 panose="020F0502020204030204"/>
              </a:defRPr>
            </a:pPr>
            <a:r>
              <a:t>Craftelle - Premium Gifting Brand  |  Founded by Niini Sasah Amankwaa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D6EA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457200"/>
            <a:ext cx="1828800" cy="1828800"/>
          </a:xfrm>
          <a:prstGeom prst="ellipse">
            <a:avLst/>
          </a:prstGeom>
          <a:solidFill>
            <a:srgbClr val="E6F2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103120"/>
            <a:ext cx="12191695" cy="3200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10312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57800"/>
            <a:ext cx="12191695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aftel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1139483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 panose="020F0502020204030204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8E1FF"/>
                </a:solidFill>
                <a:latin typeface="Calibri" panose="020F0502020204030204"/>
              </a:defRPr>
            </a:pPr>
            <a:r>
              <a:t>Craftelle - Premium Gifting, Reimagined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7FF"/>
                </a:solidFill>
                <a:latin typeface="Calibri" panose="020F0502020204030204"/>
              </a:defRPr>
            </a:pPr>
            <a:r>
              <a:t>Founded by Niini Sasah Amankwaa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CC"/>
                </a:solidFill>
                <a:latin typeface="Calibri" panose="020F0502020204030204"/>
              </a:defRPr>
            </a:pPr>
            <a:r>
              <a:t>Built with Flutter, NestJS &amp; MongoDB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5458</Words>
  <Application>WPS Presentation</Application>
  <PresentationFormat>On-screen Show (4:3)</PresentationFormat>
  <Paragraphs>204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Esinam Adika</cp:lastModifiedBy>
  <cp:revision>2</cp:revision>
  <dcterms:created xsi:type="dcterms:W3CDTF">2013-01-27T09:14:00Z</dcterms:created>
  <dcterms:modified xsi:type="dcterms:W3CDTF">2026-03-01T22:09:05Z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9B712694E59E4321B3EAC2DFBC5AD106_12</vt:lpwstr>
  </property>
  <property fmtid="{D5CDD505-2E9C-101B-9397-08002B2CF9AE}" pid="3" name="KSOProductBuildVer">
    <vt:lpwstr>1033-12.2.0.23131</vt:lpwstr>
  </property>
</Properties>
</file>